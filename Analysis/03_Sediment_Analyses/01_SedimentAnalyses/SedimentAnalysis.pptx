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0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0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53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5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3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9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6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2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6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F053D-974D-485A-AC99-42AB5C11AD39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617C7-3FED-4FA7-BAF6-8E1A03C4E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2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3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 phi: diffusion with barriers smoothing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48" y="1441305"/>
            <a:ext cx="4105275" cy="43910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263" y="1441305"/>
            <a:ext cx="4105275" cy="4391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0284" y="6151418"/>
            <a:ext cx="46618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Results from Diffusion with Barriers smoothing on combined mean phi dataset.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1122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3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Mean phi: EBK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0284" y="6151418"/>
            <a:ext cx="36038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Results from EBK smoothing on combined mean phi dataset.</a:t>
            </a:r>
            <a:endParaRPr lang="en-US" sz="1100" dirty="0"/>
          </a:p>
        </p:txBody>
      </p:sp>
      <p:sp>
        <p:nvSpPr>
          <p:cNvPr id="6" name="Rectangle 5"/>
          <p:cNvSpPr/>
          <p:nvPr/>
        </p:nvSpPr>
        <p:spPr>
          <a:xfrm>
            <a:off x="7329054" y="0"/>
            <a:ext cx="475765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100" dirty="0" smtClean="0"/>
          </a:p>
          <a:p>
            <a:r>
              <a:rPr lang="en-US" sz="1100" dirty="0" smtClean="0"/>
              <a:t>Regression function	‎0.622688365091644 * x + 0.967728749011698</a:t>
            </a:r>
          </a:p>
          <a:p>
            <a:r>
              <a:rPr lang="en-US" sz="1100" dirty="0" smtClean="0"/>
              <a:t>Prediction Errors</a:t>
            </a:r>
          </a:p>
          <a:p>
            <a:r>
              <a:rPr lang="en-US" sz="1100" dirty="0" smtClean="0"/>
              <a:t>Samples	4921 of 4921</a:t>
            </a:r>
          </a:p>
          <a:p>
            <a:r>
              <a:rPr lang="en-US" sz="1100" dirty="0" smtClean="0"/>
              <a:t>Mean	-0.026527333507674306</a:t>
            </a:r>
          </a:p>
          <a:p>
            <a:r>
              <a:rPr lang="en-US" sz="1100" dirty="0" smtClean="0"/>
              <a:t>Root-Mean-Square	1.8783225922750417</a:t>
            </a:r>
          </a:p>
          <a:p>
            <a:r>
              <a:rPr lang="en-US" sz="1100" dirty="0" smtClean="0"/>
              <a:t>Mean Standardized	-0.01916284741530884</a:t>
            </a:r>
          </a:p>
          <a:p>
            <a:r>
              <a:rPr lang="en-US" sz="1100" dirty="0" smtClean="0"/>
              <a:t>Root-Mean-Square Standardized	1.176946975399284</a:t>
            </a:r>
          </a:p>
          <a:p>
            <a:r>
              <a:rPr lang="en-US" sz="1100" dirty="0" smtClean="0"/>
              <a:t>Average Standard Error	1.9733537082082615</a:t>
            </a:r>
          </a:p>
          <a:p>
            <a:r>
              <a:rPr lang="en-US" sz="1100" dirty="0" smtClean="0"/>
              <a:t>Export Result Table	</a:t>
            </a:r>
            <a:endParaRPr lang="en-US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" y="2820785"/>
            <a:ext cx="2730967" cy="31618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145" y="2819730"/>
            <a:ext cx="2731879" cy="31628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112" y="2819730"/>
            <a:ext cx="2876760" cy="33306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872" y="2819730"/>
            <a:ext cx="2876760" cy="333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5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3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sorting: diffusion with barriers smoothing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0284" y="6151418"/>
            <a:ext cx="64139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Results from Diffusion with Barriers smoothing on combined sorting dataset. RMS = 0.5709 on 4642 samples.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15" y="864524"/>
            <a:ext cx="4105275" cy="4752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129" y="864524"/>
            <a:ext cx="41052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399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sorting: EBK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0284" y="6151418"/>
            <a:ext cx="64139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Results from Diffusion with Barriers smoothing on combined sorting dataset. RMS = 0.5597 on 4642 samples.</a:t>
            </a:r>
            <a:endParaRPr lang="en-US" sz="1100" dirty="0"/>
          </a:p>
        </p:txBody>
      </p:sp>
      <p:sp>
        <p:nvSpPr>
          <p:cNvPr id="3" name="Rectangle 2"/>
          <p:cNvSpPr/>
          <p:nvPr/>
        </p:nvSpPr>
        <p:spPr>
          <a:xfrm>
            <a:off x="6472844" y="365125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100" dirty="0" smtClean="0"/>
          </a:p>
          <a:p>
            <a:r>
              <a:rPr lang="en-US" sz="1100" dirty="0" smtClean="0"/>
              <a:t>Regression function	‎0.584267352965334 * x + 0.600161505600515</a:t>
            </a:r>
          </a:p>
          <a:p>
            <a:r>
              <a:rPr lang="en-US" sz="1100" dirty="0" smtClean="0"/>
              <a:t>Prediction Errors</a:t>
            </a:r>
          </a:p>
          <a:p>
            <a:r>
              <a:rPr lang="en-US" sz="1100" dirty="0" smtClean="0"/>
              <a:t>Samples	4642 of 4642</a:t>
            </a:r>
          </a:p>
          <a:p>
            <a:r>
              <a:rPr lang="en-US" sz="1100" dirty="0" smtClean="0"/>
              <a:t>Mean	0.0031325278556508136</a:t>
            </a:r>
          </a:p>
          <a:p>
            <a:r>
              <a:rPr lang="en-US" sz="1100" dirty="0" smtClean="0"/>
              <a:t>Root-Mean-Square	0.5638289269109275</a:t>
            </a:r>
          </a:p>
          <a:p>
            <a:r>
              <a:rPr lang="en-US" sz="1100" dirty="0" smtClean="0"/>
              <a:t>Mean Standardized	-0.004982829737767966</a:t>
            </a:r>
          </a:p>
          <a:p>
            <a:r>
              <a:rPr lang="en-US" sz="1100" dirty="0" smtClean="0"/>
              <a:t>Root-Mean-Square Standardized	1.076090549748276</a:t>
            </a:r>
          </a:p>
          <a:p>
            <a:r>
              <a:rPr lang="en-US" sz="1100" dirty="0" smtClean="0"/>
              <a:t>Average Standard Error	0.5597357203998979</a:t>
            </a:r>
          </a:p>
          <a:p>
            <a:r>
              <a:rPr lang="en-US" sz="1100" dirty="0" smtClean="0"/>
              <a:t>Export Result Table	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1" y="2661704"/>
            <a:ext cx="2743200" cy="317600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481" y="2661704"/>
            <a:ext cx="2743200" cy="31760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681" y="2661704"/>
            <a:ext cx="2743200" cy="31760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881" y="2661704"/>
            <a:ext cx="2743200" cy="31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0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159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Mean phi: diffusion with barriers smoothing</vt:lpstr>
      <vt:lpstr>Mean phi: EBK</vt:lpstr>
      <vt:lpstr>sorting: diffusion with barriers smoothing</vt:lpstr>
      <vt:lpstr>sorting: EBK</vt:lpstr>
    </vt:vector>
  </TitlesOfParts>
  <Company>NOAA AFSC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Stockhausen</dc:creator>
  <cp:lastModifiedBy>William Stockhausen</cp:lastModifiedBy>
  <cp:revision>7</cp:revision>
  <dcterms:created xsi:type="dcterms:W3CDTF">2020-06-26T16:59:12Z</dcterms:created>
  <dcterms:modified xsi:type="dcterms:W3CDTF">2020-06-26T22:38:20Z</dcterms:modified>
</cp:coreProperties>
</file>